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6YlzVFqeSmErtmG1Q3FNxYpCX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第3章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進化がバービー人形を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デザインした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セックスと配偶者選びについて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本章の問い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なぜ男と女はこんなに違うのか？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配偶者選びの基準はどこから来るのか？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54" y="2194550"/>
            <a:ext cx="52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005840" y="21945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なぜ男性はセクシーなブロンド美女が好きなのか？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55" y="2651750"/>
            <a:ext cx="52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05840" y="2651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なぜ女性は年上の金持ち男性を好むのか？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55" y="3108950"/>
            <a:ext cx="52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05840" y="31089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「美は見る人の目に宿る」は嘘なのか？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55" y="3566150"/>
            <a:ext cx="52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05840" y="35661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なぜ長い髪の女性はモテるのか？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52" y="402335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05840" y="40233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男女の好みの違いは文化か、それとも進化か？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繁殖の成功とは何か？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進化心理学のキーワード：繁殖成功度（Reproductive Success）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自分の遺伝子を次世代にどれだけ残せるか＝進化上の「成功」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重要なポイント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繁殖成功度を最大化するための戦略は、男女で異なる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この違いが、配偶者選びの基準の違いを生む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世界中のどの文化でも、男女の好みには共通パターンがある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これは進化によって形成された心理メカニズムの証拠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親の投資理論（トリヴァース）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40080" y="117043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Robert Trivers（1972）：配偶者選択の進化的基盤を説明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48640" y="19202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♂ 男性の投資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233172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精子：無限に近い数を生産可能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最小限の投資：数分の交尾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理論上の子供の数：無制限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戦略：できるだけ多くの相手と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交配する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846320" y="19202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♀ 女性の投資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846320" y="233172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卵子：一生で約400個のみ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莫大な投資：9ヶ月の妊娠+授乳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理論上の子供の数：約20人が限界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戦略：最も質の高い相手を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慎重に選ぶ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40080" y="431596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投資量の差が、配偶者選択の戦略の差を生む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男性は何を求めるか？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♂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97280" y="10972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男性が配偶者に求めるもの＝繁殖能力の指標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97280" y="1691640"/>
            <a:ext cx="228600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188720" y="17373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若さ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520440" y="169164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繁殖可能期間が長い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097280" y="2240280"/>
            <a:ext cx="228600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188720" y="22860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美しさ（顔の対称性）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520440" y="22402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健康と遺伝的品質の指標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97280" y="2788920"/>
            <a:ext cx="228600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1188720" y="2834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くびれ（WHR 0.7）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520440" y="278892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妊娠可能性と健康の指標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💇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097280" y="3337560"/>
            <a:ext cx="228600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188720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長い髪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520440" y="333756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長期的な健康状態の記録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💎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188720" y="3931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貞節・処女性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520440" y="388620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父性の確実性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これらの好みは文化を超えて普遍的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女性は何を求めるか？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♀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7280" y="10972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女性が配偶者に求めるもの＝資源提供能力の指標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97280" y="1691640"/>
            <a:ext cx="2286000" cy="4572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188720" y="17373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経済的資源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520440" y="169164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自分と子供を養う能力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97280" y="2240280"/>
            <a:ext cx="2286000" cy="4572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88720" y="22860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社会的地位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520440" y="224028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資源へのアクセス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97280" y="2788920"/>
            <a:ext cx="2286000" cy="4572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188720" y="2834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野心・勤勉さ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520440" y="278892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将来の資源獲得能力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97280" y="3337560"/>
            <a:ext cx="2286000" cy="4572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188720" y="3383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年上であること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520440" y="333756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資源蓄積の時間があった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💪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188720" y="3931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身長・体格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520440" y="3886200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保護能力と社会的支配力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これらの好みも文化を超えて普遍的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バス（Buss）の37文化圏調査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40080" y="11430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デイヴィッド・バス（1989）：世界37の文化圏、1万人以上を調査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理想の伴侶について聞いた、史上最大規模の配偶者選択研究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調査結果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2286000"/>
            <a:ext cx="3931920" cy="14630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48640" y="23774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男性の普遍的好み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40080" y="27432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若さを重視（全37文化で）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身体的魅力を重視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自分より若い相手を好む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754880" y="2286000"/>
            <a:ext cx="3931920" cy="146304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女性の普遍的好み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937760" y="27432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経済力を重視（全37文化で）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野心・勤勉さを重視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自分より年上の相手を好む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結論：男女の配偶者選好は文化を超えて普遍的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社会化ではなく、進化によって形成された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「美は見る人の目に宿る」は嘘なのか？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1051560"/>
            <a:ext cx="39319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通説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40080" y="150876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美の基準は文化によって異なる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美は主観的で、時代や文化に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よって変わる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754880" y="1051560"/>
            <a:ext cx="393192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進化心理学の見解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937760" y="150876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美の核心的基準は普遍的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「美しい」と感じる顔や体は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健康と繁殖能力の指標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普遍的な美の基準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顔の左右対称性：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291840" y="29718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発達異常や寄生虫感染がないことを示す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48640" y="34290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平均的な顔立ち：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291840" y="34290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遺伝的多様性と健康の指標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005840" y="3886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若々しい特徴：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291840" y="38862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繁殖可能年齢であることを示す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8640" y="43434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005840" y="43434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クリアな肌：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291840" y="43434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病気や感染症がないことを示す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なぜ「くびれ」は魅力的なのか？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57200" y="1005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280160" y="114300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WHR（Waist-to-Hip Ratio）＝ウエスト÷ヒップ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デヴェンドラ・シンの研究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世界中の男性は、WHR 0.7（ウエストがヒップの70%）の女性を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最も魅力的と評価する。これは文化、時代、体重に関係なく一貫している。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なぜ0.7なのか？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33375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WHR 0.7の女性は妊娠確率が高い（ホルモンバランスの指標）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WHR 0.7の女性は健康状態が良い傾向がある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4160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妊娠していない（すでに他の男性の子供を妊娠していない）ことの指標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マリリン・モンローもオードリー・ヘプバーンもWHRは約0.7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なぜ長い髪の女性はモテるのか？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57200" y="1005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💇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280160" y="114300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男性は長い髪の女性を好む傾向がある — なぜ？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進化心理学の説明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髪は1ヶ月に約1cm伸びる。つまり、30cmの髪は約2.5年分の健康記録。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長い健康な髪は、その女性が過去数年間健康だったことを示す「履歴書」である。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315468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48640" y="32461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健康な髪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0080" y="361188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ツヤがある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太くてしなやか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均一な色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長期的な健康の証拠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754880" y="315468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846320" y="32461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不健康な髪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937760" y="361188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パサパサ、枝毛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細くて弱い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ムラのある色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病気や栄養不足の痕跡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だから大半の若い女性は髪を長く伸ばしたがる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なぜブロンドは人気があるのか？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ブロンド（金髪）は北ヨーロッパにしか自然に存在しない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にもかかわらず、世界中で「美しい」とされるのはなぜか？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進化心理学の仮説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2514600"/>
            <a:ext cx="8229600" cy="2011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40080" y="26517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64008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097280" y="26517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ブロンドの髪は加齢とともに暗くなる傾向がある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097280" y="31089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つまり、ブロンドは「若さ」のより正確な指標になる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097280" y="35661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黒髪の女性は40歳でも20歳でも同じ髪色だが、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ブロンドは年齢とともに変化する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097280" y="40233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男性はブロンドを好むことで、より若い女性を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効率的に識別できた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なぜ年上男性×年下女性が多いのか？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640080" y="117043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世界中のどの文化でも、夫は妻より平均2〜3歳年上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この傾向は文化を超えて普遍的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57200" y="1920240"/>
            <a:ext cx="3931920" cy="14630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548640" y="20116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♂ 男性の論理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94360" y="23774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若い女性 = 繁殖可能期間が長い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= より多くの子供を持てる可能性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若い女性を好む心理が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進化した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754880" y="1920240"/>
            <a:ext cx="3931920" cy="146304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♀ 女性の論理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892040" y="23774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年上の男性 = 資源を蓄積する時間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があった = より多くの資源を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提供できる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年上男性を好む心理が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進化した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ショーン・コネリー現象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男性は年を取っても（資源があれば）若い女性にモテるが、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女性は若さを失うと繁殖市場での価値が下がる。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これは不公平に見えるが、進化的には論理的な結果である。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進化がバービー人形をデザインした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バービー人形の特徴：長いブロンドの髪、若い顔、くびれた体型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これらは「進化的に魅力的な特徴」のすべてを備えている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バービーが世界中で売れ続ける理由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57200" y="2697480"/>
            <a:ext cx="3200400" cy="4114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548640" y="27432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長いブロンドの髪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749040" y="26974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206240" y="269748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若さと長期的健康の指標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57200" y="3200400"/>
            <a:ext cx="3200400" cy="4114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548640" y="32461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大きな目と小さな顎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3749040" y="32004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206240" y="32004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若さの指標（幼形成熟）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57200" y="3703320"/>
            <a:ext cx="3200400" cy="4114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548640" y="3749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くびれた体型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749040" y="37033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206240" y="370332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WHR 0.7 = 繁殖能力の指標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57200" y="4206240"/>
            <a:ext cx="3200400" cy="4114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548640" y="4251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長い脚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749040" y="42062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206240" y="420624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健康な発達の指標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バービーは「理想の女性美」を進化的に正確に表現している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男性の好みは単純、女性の好みは複雑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♂ 男性の好み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640080" y="16002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比較的単純で一貫している：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若さ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身体的魅力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健康な外見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見た目ですぐに判断できる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特徴が中心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♀ 女性の好み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937760" y="160020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複雑で状況依存的：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資源、地位、野心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性格、知性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将来性、安定性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時間をかけて判断する必要が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ある特徴が中心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なぜ違いがあるのか？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男性：繁殖能力は外見で判断できる（若さ、健康）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女性：資源提供能力は外見だけでは判断できない（行動、実績を見る必要）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なぜポルノは男性向けが多いのか？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640080" y="117043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ポルノグラフィの消費者は圧倒的に男性が多い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これは「男性が好色だから」ではなく、進化的な理由がある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進化心理学の説明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640080" y="23774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男性の視覚優位：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2926080" y="23774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男性は女性の繁殖能力を視覚的手がかり（若さ、体型）で判断するよう進化した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40080" y="30632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女性の情報優位：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2926080" y="30632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女性は男性の資源を視覚だけでは判断できないため、ストーリーや関係性を重視する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640080" y="37490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サバンナ原則：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2926080" y="37490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男性の脳は画像を「本物の潜在的配偶者」と認識してしまう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女性向け「ポルノ」＝ロマンス小説（関係性とストーリー重視）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なぜ男性は浮気しやすいのか？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統計的に男性は女性より浮気率が高い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これも進化的に説明できる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57200" y="2103120"/>
            <a:ext cx="3931920" cy="18288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48640" y="21945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♂ 男性の繁殖戦略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594360" y="2606040"/>
            <a:ext cx="3657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理論上、無限に子供を作れる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複数の女性との関係 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繁殖成功度の最大化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「一夜限りの関係」でも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遺伝子を残せる可能性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754880" y="2103120"/>
            <a:ext cx="3931920" cy="18288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4846320" y="21945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♀ 女性の繁殖戦略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892040" y="2606040"/>
            <a:ext cx="3657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子供の数は限られている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一人の男性との安定した関係 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子供への投資の確保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浮気のメリットが相対的に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少ない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640080" y="413308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注意：これは「浮気を正当化する」ものではない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進化的傾向 ≠ 道徳的に正しい行為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嫉妬の男女差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640080" y="117043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「パートナーの浮気」に対して、男女で異なる反応を示す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これも進化的適応の結果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457200" y="1920240"/>
            <a:ext cx="3931920" cy="21031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548640" y="20116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♂ 男性の嫉妬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594360" y="2423160"/>
            <a:ext cx="36576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性的な浮気をより重視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父性の不確実性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他の男の子供を育てる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リスクを避けたい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「肉体関係」に強く反応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754880" y="1920240"/>
            <a:ext cx="3931920" cy="21031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4846320" y="20116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♀ 女性の嫉妬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892040" y="2423160"/>
            <a:ext cx="36576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感情的な浮気をより重視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資源の流出リスク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他の女性に資源が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向けられることを恐れる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「愛情関係」に強く反応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実験：「パートナーが他の異性と肉体関係を持つ」vs「深く愛し合う」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→ 男性は前者に、女性は後者により強い嫉妬を感じる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文化の影響はあるのか？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「男女の好みの違いは社会化の結果だ」という反論への回答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進化心理学の証拠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1005840" y="2331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文化横断的一貫性：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3566160" y="233172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37の文化圏で同じパターン。社会化なら文化ごとに違うはず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1005840" y="28803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乳児の研究：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3566160" y="28803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生後数ヶ月の赤ちゃんも魅力的な顔を長く見る。学習以前の反応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548640" y="34290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1005840" y="34290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男女平等な社会でも：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3566160" y="342900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スカンジナビア諸国でも男女の好みの差は消えない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548640" y="397764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548640" y="39776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1005840" y="39776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異なる社会システム：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3566160" y="397764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資本主義でも社会主義でも、同じ配偶者選好が見られる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文化は「表現方法」に影響するが、「根本的な好み」は進化的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第3章のまとめ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1280160" y="123444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親の投資の非対称性が、男女の配偶者選択戦略の違いを生む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1280160" y="178308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男性は繁殖能力の指標（若さ、美しさ）を重視する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1280160" y="233172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女性は資源提供能力の指標（地位、資源、年齢）を重視する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1280160" y="288036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これらの好みは文化を超えて普遍的である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1280160" y="342900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美の基準には進化的な根拠がある（WHR、対称性、髪など）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1280160" y="397764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バービー人形は進化的に魅力的な特徴を備えている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次章では、結婚と家族について進化心理学の視点から考える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ディスカッション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1097280" y="123444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男女の配偶者選好の違いは、現代社会でも有効だと思いますか？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「美の基準は文化で決まる」という通説と、進化心理学の見解、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どちらが正しいと思いますか？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1097280" y="242316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進化的な「傾向」と、個人の「選択」の関係をどう考えますか？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1097280" y="301752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マッチングアプリは、進化的な配偶者選好を反映していると思いますか？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640080" y="3611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1097280" y="361188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男女の好みの違いを理解することは、関係性を改善するのに役立つと思いますか？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ご清聴ありがとうございました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2026-01-26T15:46:49Z</dcterms:created>
  <dc:creator>Claude</dc:creator>
</cp:coreProperties>
</file>
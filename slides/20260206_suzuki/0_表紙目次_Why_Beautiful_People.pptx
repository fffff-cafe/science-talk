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JNw8BAm2t0hyZIMDVgZS4v1Ow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bd2a394dc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bd2a394dc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bd2a394dc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d2a394dc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bd2a394dc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bd2a394dc5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d2a394dc5_0_0"/>
          <p:cNvSpPr/>
          <p:nvPr/>
        </p:nvSpPr>
        <p:spPr>
          <a:xfrm>
            <a:off x="457200" y="1371600"/>
            <a:ext cx="8229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進化心理学から考える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ホモサピエンス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bd2a394dc5_0_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Why Beautiful People Have More Daughters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bd2a394dc5_0_0"/>
          <p:cNvSpPr/>
          <p:nvPr/>
        </p:nvSpPr>
        <p:spPr>
          <a:xfrm>
            <a:off x="2743200" y="2926080"/>
            <a:ext cx="3657600" cy="273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bd2a394dc5_0_0"/>
          <p:cNvSpPr/>
          <p:nvPr/>
        </p:nvSpPr>
        <p:spPr>
          <a:xfrm>
            <a:off x="457200" y="38404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著者：アラン・S・ミラー ／ サトシ・カナザワ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bd2a394dc5_0_0"/>
          <p:cNvSpPr/>
          <p:nvPr/>
        </p:nvSpPr>
        <p:spPr>
          <a:xfrm>
            <a:off x="457200" y="4572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勉強会資料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g3bd2a394dc5_0_11" title="スクリーンショット 2026-01-29 0.05.20.png"/>
          <p:cNvPicPr preferRelativeResize="0"/>
          <p:nvPr/>
        </p:nvPicPr>
        <p:blipFill rotWithShape="1">
          <a:blip r:embed="rId3">
            <a:alphaModFix/>
          </a:blip>
          <a:srcRect b="0" l="1448" r="0" t="0"/>
          <a:stretch/>
        </p:blipFill>
        <p:spPr>
          <a:xfrm>
            <a:off x="2771675" y="152400"/>
            <a:ext cx="32443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B3A55"/>
                </a:solidFill>
                <a:latin typeface="Georgia"/>
                <a:ea typeface="Georgia"/>
                <a:cs typeface="Georgia"/>
                <a:sym typeface="Georgia"/>
              </a:rPr>
              <a:t>目次｜第1章〜第5章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05156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344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進化心理学について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34440" y="1783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人間の本性に対する社会科学の見方・サバンナ原則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2121408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8640" y="2121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34440" y="21671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男と女はなぜこんなに違うのか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34440" y="2532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文化をどう扱うか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2871216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48640" y="28712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34440" y="291693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進化が「バービー人形をデザインした」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32826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謎と問いへ ― セックスと配偶者選びについて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48640" y="36210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34440" y="366674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病めるときも貧しきときも？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34440" y="40325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結婚について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4370832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34440" y="441655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親と子、厄介だがかけがえのない絆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34440" y="478231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家族の進化心理学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B3A55"/>
                </a:solidFill>
                <a:latin typeface="Georgia"/>
                <a:ea typeface="Georgia"/>
                <a:cs typeface="Georgia"/>
                <a:sym typeface="Georgia"/>
              </a:rPr>
              <a:t>目次｜第6章〜第9章・その他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105156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2344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男を突き動かす悪魔的な衝動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234440" y="1783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犯罪と暴力について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2121408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8640" y="2121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34440" y="21671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世の中は公正ではなく、政治的に正しくもない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234440" y="2532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政治と経済と社会について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2871216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28712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234440" y="291693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善きも悪しきも、醜悪なるものも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234440" y="32826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宗教と紛争について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48640" y="36210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234440" y="366674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3A55"/>
                </a:solidFill>
                <a:latin typeface="Calibri"/>
                <a:ea typeface="Calibri"/>
                <a:cs typeface="Calibri"/>
                <a:sym typeface="Calibri"/>
              </a:rPr>
              <a:t>おわりに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34440" y="40325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いくつかの難問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付録：著者あとがき ／ 訳者あとがき ／ 原注 ／ 参考文献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2026-01-28T14:54:30Z</dcterms:created>
  <dc:creator>Study Group</dc:creator>
</cp:coreProperties>
</file>
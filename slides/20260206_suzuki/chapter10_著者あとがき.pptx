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著者あとがき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進化心理学から考えるホモサピエンス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566160"/>
            <a:ext cx="27432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サトシ・カナザワ　2008年2月　ロンドンにて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Beautiful People Have More Daughters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初版で解けなかった謎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大規模な戦争の最中と直後には、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女の子よりも男の子の出生数が多いのはなぜか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著者の探求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本書の初版では、私たちが日々出会うさまざまな現象について28の問いを立て、進化心理学の視点から答えを探った。しかし進化心理学ではまだ解けていない謎も多い。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著者とこの謎との出会い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4480560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407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2000年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この謎を知り、どうにかして解きたいと思った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4480560"/>
            <a:ext cx="137160" cy="137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4407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2008年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4407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初版には入れられなかったその問いを考える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「帰還兵効果」とは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戦地から帰還した男性の子は、男児である確率が高い現象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歴史的な証拠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07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1954年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807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アメリカで生まれた白人の男女比を調べた論文で初めて指摘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10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第一次大戦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310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参戦国の多くで同様の現象が確認された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13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第二次大戦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813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再び同じ現象が観察され、研究が進む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しかし、理由は長年説明されていなかった…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カナザワの発見 ― 身長がカギ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イギリス兵の調査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第一次大戦に参戦したイギリス兵の記録を調査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生還した兵士の平均身長：約163.75cm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戦死した兵士の平均身長：約161.50cm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約2.25cmの差は統計学的に有意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なぜ背が高いと生還率が高いのか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身長と知能には相関がある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知能が高い兵士は戦場でうまく立ち回れる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身長と健康状態にも相関がある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過酷な環境下でも感染症や負傷に強い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長身の兵士は昇進しやすく危険な任務を避けられる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重要な発見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背の高い親からは男児が生まれやすい（本書124ページで指摘）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戦地から生還する背の高い兵士は、帰国後に男児をもうける確率が高い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結論と進化心理学の意義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現代の戦争では帰還兵効果が認められない理由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現代の軍隊は省力化が進み、動員される人数が少ない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長身の兵士の生還率が高くても、社会全体の新生児男女比を変えるほどの影響がない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イラク戦争やイラン・イラク戦争でも帰還兵効果は認められなかった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身長の高さに着目することで、長年謎とされてきた問題の一つが解決できる可能性がある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11430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進化心理学の意義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進化心理学は、従来の科学では説明できなかった現象に新たな視点を提供する。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半世紀以上も科学者たちを悩ませてきた謎を、異なる角度から解き明かす可能性を持つ学問である。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著者あとがき</dc:title>
  <dc:subject>PptxGenJS Presentation</dc:subject>
  <dc:creator>勉強会資料</dc:creator>
  <cp:lastModifiedBy>勉強会資料</cp:lastModifiedBy>
  <cp:revision>1</cp:revision>
  <dcterms:created xsi:type="dcterms:W3CDTF">2026-01-28T04:02:22Z</dcterms:created>
  <dcterms:modified xsi:type="dcterms:W3CDTF">2026-01-28T04:02:22Z</dcterms:modified>
</cp:coreProperties>
</file>
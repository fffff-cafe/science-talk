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645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0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第7章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5544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世の中は公正ではなく、</a:t>
            </a:r>
            <a:endParaRPr lang="en-US" sz="42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政治的に正しくもない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政治と経済と社会について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『進化心理学から考えるホモサピエンス』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本章で扱う問い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54864"/>
          </a:xfrm>
          <a:prstGeom prst="rect">
            <a:avLst/>
          </a:prstGeom>
          <a:solidFill>
            <a:srgbClr val="C04A3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640080" cy="64008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80160" y="12801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男の政治家はなぜあらゆるものを失うリスクを冒してまで、不倫に走るのか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640080" cy="64008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2402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22402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なぜ男は女よりも多く稼ぎ、高い地位に就くのか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3200400"/>
            <a:ext cx="640080" cy="64008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2004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3200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神経外科医は男性、幼稚園の先生は女性が多いのはなぜか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4160520"/>
            <a:ext cx="640080" cy="64008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1605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41605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なぜセクハラはなくならないのか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進化心理学のマクロな視点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54864"/>
          </a:xfrm>
          <a:prstGeom prst="rect">
            <a:avLst/>
          </a:prstGeom>
          <a:solidFill>
            <a:srgbClr val="C04A3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3931920" cy="219456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従来の研究領域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セックスと配偶者選び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個人の行動と認知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ミクロな心理メカニズム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280160"/>
            <a:ext cx="3931920" cy="2194560"/>
          </a:xfrm>
          <a:prstGeom prst="rect">
            <a:avLst/>
          </a:prstGeom>
          <a:solidFill>
            <a:srgbClr val="C04A3A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463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本章の焦点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937760" y="201168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政治・経済・社会制度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マクロな社会現象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「個人を超える」問題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政治・社会的な現象も、人間の本性に組み込まれた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進化的な心理メカニズムから生まれる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Q1: 男の政治家と不倫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54864"/>
          </a:xfrm>
          <a:prstGeom prst="rect">
            <a:avLst/>
          </a:prstGeom>
          <a:solidFill>
            <a:srgbClr val="C04A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なぜ地位を失う危険を冒してまで不倫に走るのか？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3931920" cy="201168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9202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一般的な見方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「愚かな行為」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「理性の欠如」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「モラルの低下」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737360"/>
            <a:ext cx="3931920" cy="201168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9202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進化心理学の視点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37760" y="228600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繁殖成功のための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適応的戦略の発現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人間のあらゆる行動の根底には、繁殖の成功という動機づけがある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政治家になる目的も、多数の女に繁殖目的で近づくため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権力獲得の進化的動機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54864"/>
          </a:xfrm>
          <a:prstGeom prst="rect">
            <a:avLst/>
          </a:prstGeom>
          <a:solidFill>
            <a:srgbClr val="C04A3A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0" y="1280160"/>
            <a:ext cx="2743200" cy="73152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0" y="128016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政治的権力の獲得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00400" y="20574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00400" y="2194560"/>
            <a:ext cx="2743200" cy="73152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0" y="219456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多数の女性への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アクセス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00400" y="2971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200400" y="3108960"/>
            <a:ext cx="2743200" cy="731520"/>
          </a:xfrm>
          <a:prstGeom prst="rect">
            <a:avLst/>
          </a:prstGeom>
          <a:solidFill>
            <a:srgbClr val="C04A3A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310896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繁殖成功の最大化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0" y="1463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クリントンの事例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0" y="1828800"/>
            <a:ext cx="2286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大統領という最高権力を持ちながら、なぜリスクを冒したのか？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意識的・無意識的に「多数の女性との繁殖」を目指す男性の本能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「男たちは意識的にせよ無意識にせよ、多数の女に繁殖目的で近づくために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政治的権力を手に入れようと奮闘する」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なぜ男は女より多く稼ぐのか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54864"/>
          </a:xfrm>
          <a:prstGeom prst="rect">
            <a:avLst/>
          </a:prstGeom>
          <a:solidFill>
            <a:srgbClr val="C04A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二つの考え方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3931920" cy="22860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288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性差別説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雇用者の差別が原因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男女は本質的に同じ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社会的障壁の問題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645920"/>
            <a:ext cx="3931920" cy="228600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8288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進化心理学の視点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37760" y="228600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男女の仕事への態度が異なる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金を稼ぐ動機に性差あり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配偶者獲得戦略の違い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114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男性は「配偶者を獲得するための資源」として収入を重視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女性は相手の収入を重視するため、男性は稼ぐ強い動機を持つ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賃金格差の変化と実態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54864"/>
          </a:xfrm>
          <a:prstGeom prst="rect">
            <a:avLst/>
          </a:prstGeom>
          <a:solidFill>
            <a:srgbClr val="C04A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女性の賃金（男性比）の推移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1960年代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0" y="1737360"/>
            <a:ext cx="1618488" cy="274320"/>
          </a:xfrm>
          <a:prstGeom prst="rect">
            <a:avLst/>
          </a:prstGeom>
          <a:solidFill>
            <a:srgbClr val="C04A3A"/>
          </a:solidFill>
          <a:ln/>
        </p:spPr>
      </p:sp>
      <p:sp>
        <p:nvSpPr>
          <p:cNvPr id="7" name="Text 5"/>
          <p:cNvSpPr/>
          <p:nvPr/>
        </p:nvSpPr>
        <p:spPr>
          <a:xfrm>
            <a:off x="3538728" y="164592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59%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1986年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828800" y="2240280"/>
            <a:ext cx="1755648" cy="274320"/>
          </a:xfrm>
          <a:prstGeom prst="rect">
            <a:avLst/>
          </a:prstGeom>
          <a:solidFill>
            <a:srgbClr val="C04A3A"/>
          </a:solidFill>
          <a:ln/>
        </p:spPr>
      </p:sp>
      <p:sp>
        <p:nvSpPr>
          <p:cNvPr id="10" name="Text 8"/>
          <p:cNvSpPr/>
          <p:nvPr/>
        </p:nvSpPr>
        <p:spPr>
          <a:xfrm>
            <a:off x="3675888" y="214884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65176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1987年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828800" y="2743200"/>
            <a:ext cx="1920240" cy="274320"/>
          </a:xfrm>
          <a:prstGeom prst="rect">
            <a:avLst/>
          </a:prstGeom>
          <a:solidFill>
            <a:srgbClr val="C04A3A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0" y="265176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1546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1999年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828800" y="3246120"/>
            <a:ext cx="2057400" cy="274320"/>
          </a:xfrm>
          <a:prstGeom prst="rect">
            <a:avLst/>
          </a:prstGeom>
          <a:solidFill>
            <a:srgbClr val="C04A3A"/>
          </a:solidFill>
          <a:ln/>
        </p:spPr>
      </p:sp>
      <p:sp>
        <p:nvSpPr>
          <p:cNvPr id="16" name="Text 14"/>
          <p:cNvSpPr/>
          <p:nvPr/>
        </p:nvSpPr>
        <p:spPr>
          <a:xfrm>
            <a:off x="3977640" y="315468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6576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現在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828800" y="3749040"/>
            <a:ext cx="914400" cy="274320"/>
          </a:xfrm>
          <a:prstGeom prst="rect">
            <a:avLst/>
          </a:prstGeom>
          <a:solidFill>
            <a:srgbClr val="C04A3A"/>
          </a:solidFill>
          <a:ln/>
        </p:spPr>
      </p:sp>
      <p:sp>
        <p:nvSpPr>
          <p:cNvPr id="19" name="Text 17"/>
          <p:cNvSpPr/>
          <p:nvPr/>
        </p:nvSpPr>
        <p:spPr>
          <a:xfrm>
            <a:off x="0" y="3657600"/>
            <a:ext cx="731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約78%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9200" y="1188720"/>
            <a:ext cx="3657600" cy="320040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21" name="Text 19"/>
          <p:cNvSpPr/>
          <p:nvPr/>
        </p:nvSpPr>
        <p:spPr>
          <a:xfrm>
            <a:off x="5212080" y="1371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なぜ完全な平等にならないのか？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212080" y="192024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男性ほど金を稼ぐことに強いモチベーションを持っていない</a:t>
            </a:r>
            <a:endParaRPr lang="en-US" sz="13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女性は収入以外の価値（家庭、子育て等）も重視する傾向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大半の女性は並みの男性以上に稼ぎ、高い地位に就こうとしない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Q3: 脳の二つのタイプ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54864"/>
          </a:xfrm>
          <a:prstGeom prst="rect">
            <a:avLst/>
          </a:prstGeom>
          <a:solidFill>
            <a:srgbClr val="C04A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バロン＝コーエンの脳タイプ理論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3931920" cy="256032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288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タイプS脳（男性脳）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システム化に優れる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物事の仕組みを理解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規則性・パターンの発見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機械・数学に強い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645920"/>
            <a:ext cx="3931920" cy="2560320"/>
          </a:xfrm>
          <a:prstGeom prst="rect">
            <a:avLst/>
          </a:prstGeom>
          <a:solidFill>
            <a:srgbClr val="C04A3A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8288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タイプE脳（女性脳）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937760" y="228600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共感に優れる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他者の感情を理解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対人関係に敏感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コミュニケーションに強い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※男女とも両方のスキルを持つが、平均的には性差がある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職業選択と脳タイプの関係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54864"/>
          </a:xfrm>
          <a:prstGeom prst="rect">
            <a:avLst/>
          </a:prstGeom>
          <a:solidFill>
            <a:srgbClr val="C04A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脳タイプによる職業の傾向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3931920" cy="228600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288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システム化重視の職業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神経外科医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エンジニア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数学者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プログラマー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6576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5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男性が多い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645920"/>
            <a:ext cx="3931920" cy="2286000"/>
          </a:xfrm>
          <a:prstGeom prst="rect">
            <a:avLst/>
          </a:prstGeom>
          <a:solidFill>
            <a:srgbClr val="C04A3A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8288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共感重視の職業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37760" y="2286000"/>
            <a:ext cx="3566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幼稚園教諭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看護師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カウンセラー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社会福祉士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36576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ECD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女性が多い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差別ではなく、進化的に形成された脳の特性の違いが職業選択に影響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Q4: なぜセクハラはなくならないのか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54864"/>
          </a:xfrm>
          <a:prstGeom prst="rect">
            <a:avLst/>
          </a:prstGeom>
          <a:solidFill>
            <a:srgbClr val="C04A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セクハラの二つのタイプ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3931920" cy="2011680"/>
          </a:xfrm>
          <a:prstGeom prst="rect">
            <a:avLst/>
          </a:prstGeom>
          <a:solidFill>
            <a:srgbClr val="36454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288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「代償」タイプ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権力を持つ男性が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部下の女性に対して行う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「俺と寝たら昇進させる」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645920"/>
            <a:ext cx="3931920" cy="2011680"/>
          </a:xfrm>
          <a:prstGeom prst="rect">
            <a:avLst/>
          </a:prstGeom>
          <a:solidFill>
            <a:srgbClr val="C04A3A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8288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「敵対的な環境」タイプ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37760" y="228600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職場の雰囲気が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性的に不快な状態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性的な冗談・ポスター等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93192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進化心理学的視点：セクハラは男女の配偶戦略の違いから生じる「意思疎通のミス」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男性の正常な配偶戦略の一部であり、法律だけでは根絶が困難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645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第7章のまとめ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371600" cy="54864"/>
          </a:xfrm>
          <a:prstGeom prst="rect">
            <a:avLst/>
          </a:prstGeom>
          <a:solidFill>
            <a:srgbClr val="C04A3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280160"/>
            <a:ext cx="73152" cy="640080"/>
          </a:xfrm>
          <a:prstGeom prst="rect">
            <a:avLst/>
          </a:prstGeom>
          <a:solidFill>
            <a:srgbClr val="C04A3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政治家の不倫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16002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権力獲得は繁殖成功のための進化的戦略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73152" cy="640080"/>
          </a:xfrm>
          <a:prstGeom prst="rect">
            <a:avLst/>
          </a:prstGeom>
          <a:solidFill>
            <a:srgbClr val="C04A3A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103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男女の賃金格差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24231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性差別だけでなく、配偶者獲得動機の違いが影響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73152" cy="640080"/>
          </a:xfrm>
          <a:prstGeom prst="rect">
            <a:avLst/>
          </a:prstGeom>
          <a:solidFill>
            <a:srgbClr val="C04A3A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926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職業の性差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32461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脳のタイプ（システム化 vs 共感）が職業選択に影響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749040"/>
            <a:ext cx="73152" cy="640080"/>
          </a:xfrm>
          <a:prstGeom prst="rect">
            <a:avLst/>
          </a:prstGeom>
          <a:solidFill>
            <a:srgbClr val="C04A3A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749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セクハラ問題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40690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男女の配偶戦略の違いによる意思疎通の失敗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solidFill>
            <a:srgbClr val="C04A3A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社会的な現象も、人間の本性に組み込まれた進化的メカニズムから説明できる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第7章 世の中は公正ではなく、政治的に正しくもない</dc:title>
  <dc:subject>PptxGenJS Presentation</dc:subject>
  <dc:creator>進化心理学研究会</dc:creator>
  <cp:lastModifiedBy>進化心理学研究会</cp:lastModifiedBy>
  <cp:revision>1</cp:revision>
  <dcterms:created xsi:type="dcterms:W3CDTF">2026-01-27T05:37:00Z</dcterms:created>
  <dcterms:modified xsi:type="dcterms:W3CDTF">2026-01-27T05:37:00Z</dcterms:modified>
</cp:coreProperties>
</file>
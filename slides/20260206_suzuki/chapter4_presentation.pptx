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病めるときも貧しきときも？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880360"/>
            <a:ext cx="27432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63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C9A22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— 結婚について 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Why Beautiful People Have More Daughters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F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勉強会資料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本章のテーマ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なぜ「一妻多夫」社会は事実上存在しないのか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現代の欧米社会はなぜ一夫多妻なのか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息子がいると離婚率が低くなるのはなぜか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女たちはなぜダイヤモンドに目がないのか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ハンサムな男が夫に向かないのはなぜか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世界の婚姻形態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265176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265176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一夫多妻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83.39%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1人の男性が複数の女性と結婚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371600"/>
            <a:ext cx="265176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1371600"/>
            <a:ext cx="265176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一夫一妻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16.14%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611880" y="2926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1人の男性と1人の女性が結婚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265176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371600"/>
            <a:ext cx="265176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一妻多夫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0116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0.47%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446520" y="2926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1人の女性が複数の男性と結婚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マードックの「民族誌地図帳」による伝統社会の調査データ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なぜ一妻多夫は存在しないのか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2B3E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核心：父性の不確実性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645920" cy="7772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寝取られ率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19202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男性は妻が産んだ子が本当に自分の子かどうか確信が持てない。アメリカでは13〜20%、メキシコでは10〜14%と推定される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1645920" cy="7772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803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投資リスク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28803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複数の男が一人の女性と結婚しても、誰の子供かわからない子供に資源を投資する男はいない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1645920" cy="7772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4048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進化の結果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86000" y="38404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一妻多夫は男性にとって繁殖上のメリットがないため、自然淘汰により消滅した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進化の証拠：雄の性器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2B3E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雄の性器は雌の「貞淑度」の指標である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219456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特徴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精子競争が激しい種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3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精子競争が少ない種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3B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精巣のサイズ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大きい（チンパンジー）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小さい（ゴリラ）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ペニスの形状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他の雄の精子を除去する機能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シンプルな形状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雌の行動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複数の雄と交尾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単一の雄と交尾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ヒトは中間的な特徴を持ち、「マイルドな一夫多妻」であった可能性を示す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現代の欧米社会はなぜ一夫多妻なのか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8FA3B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証拠①：体格の性差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▸ ゴリラ（極端な一夫多妻）：雄は雌の1.3倍、体重は2倍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▸ テナガザル（一夫一妻）：雌雄ほぼ同サイズ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▸ ヒト：男性は女性の1.1〜1.2倍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人間はマイルドな一夫多妻の歴史を持つ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2B3E5C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証拠②：連続的一夫多妻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73736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▸ 離婚と再婚が自由に行える現代社会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▸ 男性は再婚し、女性は再婚しにくい傾向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▸ 男性は年齢を重ねると価値が上がる（収入・地位）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▸ 女性は年齢を重ねると繁殖価値が下がる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名目上は一夫一妻でも、事実上は一夫多妻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069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資源格差が大きい社会ほど、女性は裕福な男性と一夫多妻を選ぶ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「貧しい男の唯一の妻より、裕福な男の第二夫人」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息子がいると離婚率が低くなるのはなぜか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560320" cy="1188720"/>
          </a:xfrm>
          <a:prstGeom prst="rect">
            <a:avLst/>
          </a:prstGeom>
          <a:solidFill>
            <a:srgbClr val="2B3E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息子の繁殖成功度は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父親の資源と地位に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大きく依存する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474720" y="1280160"/>
            <a:ext cx="2560320" cy="1188720"/>
          </a:xfrm>
          <a:prstGeom prst="rect">
            <a:avLst/>
          </a:prstGeom>
          <a:solidFill>
            <a:srgbClr val="8FA3B8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父親の役割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息子には継続的な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父親の投資が重要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（娘より効果大）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492240" y="1280160"/>
            <a:ext cx="2194560" cy="1188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1691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息子がいる夫婦は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離婚しにくい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標準社会科学モデルとの違い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393192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37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標準社会科学モデル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「息子がいれば父親は積極的に子育てに参加する」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291840"/>
            <a:ext cx="393192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337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進化心理学モデル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「息子の繁殖成功度には父親の存在が不可欠」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フィンランドの双子研究でも、この前提が裏付けられている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女たちはなぜダイヤモンドに目がないのか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2B3E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答え：「コストはかかるが価値のない」贈り物こそが求愛の証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20240"/>
            <a:ext cx="73152" cy="685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202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03120" y="19202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ダイヤモンドは非常に高価だが、実用的な価値はない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743200"/>
            <a:ext cx="73152" cy="685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432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シグナル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03120" y="27432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「これだけの資源を無駄にできる」という能力のシグナル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566160"/>
            <a:ext cx="73152" cy="685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5661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誠実さ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03120" y="35661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実用的でない贈り物は、真剣な求愛の証となる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ゲーム理論による分析：「法外な」贈り物こそが求愛をスムーズにする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 ハンサムな男が夫に向かないのはなぜか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2B3E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ハンサムな男性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31920" cy="2194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▸ 多くの女性から選ばれる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▸ 短期的な関係を好む傾向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▸ 長期的な関係への投資が少ない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▸ 浮気のリスクが高い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▸ パートナーへの思いやりが少ない傾向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容姿が冴えない男性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3931920" cy="2194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78308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▸ 選択の余地が少ない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▸ 一人のパートナーに集中投資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▸ 長期的な関係を重視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▸ 関係を維持しようと努力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▸ パートナーへの誠実さが高い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2B3E5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69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女性の「父親戦略」：長期的なパートナーには容姿より誠実さを重視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魅力的な女性ほど、長期的な関係をハンサムでない男性と結ぶ傾向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まとめと議論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411480" cy="4114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結婚は人間社会に普遍的だが、その形態（一夫多妻・一夫一妻）は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資源格差や社会制度によって異なる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11480" cy="4114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人間の身体的特徴（性的二型性）は、祖先が「マイルドな一夫多妻」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であったことを示唆している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411480" cy="4114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97180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現代の欧米社会は名目上は一夫一妻だが、連続的一夫多妻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（離婚と再婚）により事実上は一夫多妻的である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411480" cy="4114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8404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進化心理学は結婚や離婚のパターンを「説明」するが、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それを「正当化」するものではない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E5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議論：進化的な傾向と個人の選択の関係をどう考えるべきか？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病めるときも貧しきときも？ — 結婚について</dc:title>
  <dc:subject>PptxGenJS Presentation</dc:subject>
  <dc:creator>進化心理学勉強会</dc:creator>
  <cp:lastModifiedBy>進化心理学勉強会</cp:lastModifiedBy>
  <cp:revision>1</cp:revision>
  <dcterms:created xsi:type="dcterms:W3CDTF">2026-01-28T14:29:04Z</dcterms:created>
  <dcterms:modified xsi:type="dcterms:W3CDTF">2026-01-28T14:29:04Z</dcterms:modified>
</cp:coreProperties>
</file>
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第6章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男を突き動かす悪魔的な衝動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DC3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──犯罪と暴力について──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『進化心理学から考えるホモサピエンス』より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この章で考える問い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なぜ犯罪者のほとんどは男性なのか？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331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なぜ若い男は最も危険なのか？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2461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ビル・ゲイツと犯罪者の共通点とは？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160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なぜ結婚すると犯罪が減るのか？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犯罪者の圧倒的多数は男性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371600"/>
            <a:ext cx="3200400" cy="256032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♂ 男性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約90%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殺人犯の割合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0" y="1371600"/>
            <a:ext cx="3200400" cy="2560320"/>
          </a:xfrm>
          <a:prstGeom prst="rect">
            <a:avLst/>
          </a:prstGeom>
          <a:solidFill>
            <a:srgbClr val="95A5A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463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♀ 女性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0" y="20116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約10%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502920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殺人犯の割合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暴力犯罪・殺人において、この男女比は時代・文化を超えて普遍的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年齢＝犯罪曲線 (Age-Crime Curve)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トラビス・ハーシーとマイケル・R・ゴットフレッドソン（1983年）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73152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402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犯罪発生率は思春期後半から急上昇する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73152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34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20代前半でピークに達する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73152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429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20〜30代にかけて急激に減少する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73152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023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中年以降は一定の低い水準になる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このパターンは時代・文化・人種・社会階層を超えて「不変」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年齢＝犯罪曲線のパターン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43200"/>
            <a:ext cx="1188720" cy="137160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2062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10代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468880" y="1554480"/>
            <a:ext cx="1188720" cy="2560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2468880" y="42062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20代前半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23360" y="2286000"/>
            <a:ext cx="1188720" cy="182880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0" y="42062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20代後半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77840" y="3017520"/>
            <a:ext cx="1188720" cy="109728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1" name="Text 9"/>
          <p:cNvSpPr/>
          <p:nvPr/>
        </p:nvSpPr>
        <p:spPr>
          <a:xfrm>
            <a:off x="5577840" y="42062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30代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32320" y="3566160"/>
            <a:ext cx="1188720" cy="54864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0" y="42062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40代以降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03120" y="1188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ピーク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犯罪発生率は20代前半でピークを迎え、その後急速に低下する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なぜ若い男は危険なのか？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進化心理学的解釈：配偶者獲得競争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411480" cy="4114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77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423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まだ資源（金・地位・権力）を持っていない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411480" cy="4114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063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配偶者獲得のための競争が最も激しい時期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411480" cy="4114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703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リスクを取ってでも地位を上げる必要がある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411480" cy="4114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97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失うもの（家族・財産・地位）がまだ少ない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サバンナ時代のリスクテイキング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54864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サバンナ時代（適応的）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危険な狩猟への参加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他部族との戦闘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ライバル男性との競争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地位を示す危険な行為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931920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1887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現代社会（不適応的）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暴力犯罪・殺人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2423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危険運転・スピード違反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薬物・アルコール乱用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3429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無謀なギャンブル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同じ心理メカニズムが、環境によって異なる結果を生む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ビル・ゲイツと犯罪者の共通点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54864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ビル・ゲイツ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若い時期に大学を中退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リスクを取って起業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既存の権威に挑戦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結果: 世界一の富豪に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188720"/>
            <a:ext cx="3931920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1887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若い犯罪者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若い時期にルールを逸脱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リスクを取って犯罪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既存の権威に挑戦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結果: 投獄される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同じ心理的衝動 → 異なる環境・機会 → 異なる結果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「若い男のリスクテイキング」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それは犯罪だけでなく、イノベーション・起業・芸術・スポーツなど、あらゆる分野で若い男性が突出する理由でもある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BDC3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成功も失敗も、同じ心理的ルーツを持つ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結婚と犯罪の関係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なぜ結婚すると犯罪が減るのか？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競争の必要性が低下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91840" y="2194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配偶者を獲得したので、競争のインセンティブが減る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880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失うものが増える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91840" y="2880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家族・財産・社会的地位など、守るべきものができる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リスク回避へシフト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91840" y="3566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高リスク行動のコストが増大し、回避的になる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251960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4251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家族への投資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91840" y="4251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エネルギーを競争から子育てへとシフト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進化的論理：配偶者競争モデル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286000" cy="109728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若い独身男性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資源なし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地位なし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失うものなし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34640" y="1554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2286000" cy="10972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高リスク行動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17373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競争・暴力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犯罪・挑戦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1554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6309360" y="1280160"/>
            <a:ext cx="2286000" cy="10972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結婚・家族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17373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資源獲得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守るべきもの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83280" y="2926080"/>
            <a:ext cx="2286000" cy="10972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低リスク行動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3383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安定・保守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家族投資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760720" y="32004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犯罪は配偶者獲得競争の副産物であり、結婚はその競争を終わらせる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男性と女性の暴力の違い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274320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♂ 男性の暴力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地位・資源をめぐる競争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見知らぬ男同士の暴力が多い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「些細な」侮辱への反応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繁殖成功への直接的影響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2743200"/>
          </a:xfrm>
          <a:prstGeom prst="rect">
            <a:avLst/>
          </a:prstGeom>
          <a:solidFill>
            <a:srgbClr val="95A5A6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♀ 女性の暴力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子供や家族の防衛が中心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親しい関係での暴力が多い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直接的脅威への反応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子の生存への影響重視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男女の暴力の違いは、それぞれの繁殖戦略の違いを反映している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重要な注意：自然主義的誤謬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「自然である」≠「道徳的に正しい」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進化的に説明できることは、それを正当化するものではない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男性の暴力傾向を理解することは、それを許容することではない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「なぜそうなのか」と「どうあるべきか」は別の問い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DC3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科学は「である」を説明し、倫理は「べき」を問う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第6章のまとめ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2344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犯罪者の大多数は男性であり、これは普遍的なパターン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年齢＝犯罪曲線は、20代前半でピークを迎える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77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42316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若い男のリスクテイキングは配偶者獲得競争の産物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71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01752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ビル・ゲイツと犯罪者は同じ心理メカニズムを持つ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6118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結婚は競争の必要性を減らし、犯罪を抑制する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60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42062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「自然」と「道徳的に正しい」は区別すべき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次章予告：第7章「男と女は永遠に分かり合えない」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ディスカッション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1E272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7315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若い男性のリスクテイキングを社会はどう扱うべきか？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solidFill>
            <a:srgbClr val="1E272E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194560"/>
            <a:ext cx="73152" cy="7315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945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犯罪抑止政策に進化心理学の知見をどう活かせるか？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solidFill>
            <a:srgbClr val="1E272E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3108960"/>
            <a:ext cx="73152" cy="7315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1089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「自然」を理解することと「正当化」の違いをどう説明するか？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1E272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4023360"/>
            <a:ext cx="73152" cy="7315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0233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現代社会で若い男性のエネルギーを建設的に向ける方法は？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第6章 男を突き動かす悪魔的な衝動──犯罪と暴力について</dc:title>
  <dc:subject>PptxGenJS Presentation</dc:subject>
  <dc:creator>Study Group</dc:creator>
  <cp:lastModifiedBy>Study Group</cp:lastModifiedBy>
  <cp:revision>1</cp:revision>
  <dcterms:created xsi:type="dcterms:W3CDTF">2026-01-27T05:10:59Z</dcterms:created>
  <dcterms:modified xsi:type="dcterms:W3CDTF">2026-01-27T05:10:59Z</dcterms:modified>
</cp:coreProperties>
</file>